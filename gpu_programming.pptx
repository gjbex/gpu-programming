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threads grouped in subgroups</a:t>
            </a:r>
          </a:p>
          <a:p>
            <a:pPr lvl="1"/>
            <a:r>
              <a:rPr lang="en-US" dirty="0"/>
              <a:t>NVIDIA: warp = 32 threads</a:t>
            </a:r>
          </a:p>
          <a:p>
            <a:pPr lvl="1"/>
            <a:r>
              <a:rPr lang="en-US" dirty="0"/>
              <a:t>AMD: wavefront</a:t>
            </a:r>
          </a:p>
          <a:p>
            <a:pPr lvl="2"/>
            <a:r>
              <a:rPr lang="en-US" dirty="0"/>
              <a:t>Instinct/CDNA = 64 threads</a:t>
            </a:r>
          </a:p>
          <a:p>
            <a:pPr lvl="2"/>
            <a:r>
              <a:rPr lang="en-US" dirty="0"/>
              <a:t>Radeon/RDNA = 32 threads</a:t>
            </a:r>
          </a:p>
          <a:p>
            <a:r>
              <a:rPr lang="en-US" dirty="0"/>
              <a:t>Threads in subgroup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4896B-B657-57EC-27A1-95D7A4CB5E62}"/>
              </a:ext>
            </a:extLst>
          </p:cNvPr>
          <p:cNvSpPr txBox="1"/>
          <p:nvPr/>
        </p:nvSpPr>
        <p:spPr>
          <a:xfrm>
            <a:off x="4834099" y="5525353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471BA-612A-2249-05CC-EEA67CEED1CB}"/>
              </a:ext>
            </a:extLst>
          </p:cNvPr>
          <p:cNvSpPr txBox="1"/>
          <p:nvPr/>
        </p:nvSpPr>
        <p:spPr>
          <a:xfrm>
            <a:off x="7842770" y="1870075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Subgroup: implicit lockstep execution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synchronization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(NVIDIA 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69218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400718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1797</TotalTime>
  <Words>1557</Words>
  <Application>Microsoft Office PowerPoint</Application>
  <PresentationFormat>Widescreen</PresentationFormat>
  <Paragraphs>485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33</cp:revision>
  <dcterms:created xsi:type="dcterms:W3CDTF">2025-01-17T10:10:41Z</dcterms:created>
  <dcterms:modified xsi:type="dcterms:W3CDTF">2026-08-06T07:39:30Z</dcterms:modified>
</cp:coreProperties>
</file>