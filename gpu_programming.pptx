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  <p:sldId id="389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2249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NVIDIA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NVIDIA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NVIDIA A100 peak FP32 throughput:</a:t>
            </a:r>
            <a:br>
              <a:rPr lang="en-US" dirty="0"/>
            </a:br>
            <a:r>
              <a:rPr lang="en-US" dirty="0"/>
              <a:t>64 FP32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 = 6,912 FLOP/cycle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715657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KB,</a:t>
                      </a:r>
                    </a:p>
                    <a:p>
                      <a:r>
                        <a:rPr lang="en-US" dirty="0"/>
                        <a:t>part of 192 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9872096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82972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1873</TotalTime>
  <Words>1607</Words>
  <Application>Microsoft Office PowerPoint</Application>
  <PresentationFormat>Widescreen</PresentationFormat>
  <Paragraphs>488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42</cp:revision>
  <dcterms:created xsi:type="dcterms:W3CDTF">2025-01-17T10:10:41Z</dcterms:created>
  <dcterms:modified xsi:type="dcterms:W3CDTF">2026-08-06T09:05:04Z</dcterms:modified>
</cp:coreProperties>
</file>