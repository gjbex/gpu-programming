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7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05/06/2026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05/06/2026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05/06/2026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05/06/2026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05/06/2026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05/06/2026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05/06/2026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51667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817554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00718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1765</TotalTime>
  <Words>1518</Words>
  <Application>Microsoft Office PowerPoint</Application>
  <PresentationFormat>Widescreen</PresentationFormat>
  <Paragraphs>479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28</cp:revision>
  <dcterms:created xsi:type="dcterms:W3CDTF">2025-01-17T10:10:41Z</dcterms:created>
  <dcterms:modified xsi:type="dcterms:W3CDTF">2026-05-06T08:48:26Z</dcterms:modified>
</cp:coreProperties>
</file>