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78" r:id="rId29"/>
    <p:sldId id="367" r:id="rId30"/>
    <p:sldId id="370" r:id="rId31"/>
    <p:sldId id="377" r:id="rId32"/>
    <p:sldId id="371" r:id="rId33"/>
    <p:sldId id="389" r:id="rId3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threads grouped in subgroups</a:t>
            </a:r>
          </a:p>
          <a:p>
            <a:pPr lvl="1"/>
            <a:r>
              <a:rPr lang="en-US" dirty="0"/>
              <a:t>NVIDIA: warp = 32 threads</a:t>
            </a:r>
          </a:p>
          <a:p>
            <a:pPr lvl="1"/>
            <a:r>
              <a:rPr lang="en-US" dirty="0"/>
              <a:t>AMD: wavefront</a:t>
            </a:r>
          </a:p>
          <a:p>
            <a:pPr lvl="2"/>
            <a:r>
              <a:rPr lang="en-US" dirty="0"/>
              <a:t>Instinct/CDNA = 64 threads</a:t>
            </a:r>
          </a:p>
          <a:p>
            <a:pPr lvl="2"/>
            <a:r>
              <a:rPr lang="en-US" dirty="0"/>
              <a:t>Radeon/RDNA = 32 threads</a:t>
            </a:r>
          </a:p>
          <a:p>
            <a:r>
              <a:rPr lang="en-US" dirty="0"/>
              <a:t>Threads in subgroup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NVIDIA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NVIDIA A100 peak FP32 throughput:</a:t>
            </a:r>
            <a:br>
              <a:rPr lang="en-US" dirty="0"/>
            </a:br>
            <a:r>
              <a:rPr lang="en-US" dirty="0"/>
              <a:t>64 FP32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 = 6,912 FLOP/cycle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609600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GB/s/lane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36387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Global GPU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2 TB/s</a:t>
            </a:r>
          </a:p>
          <a:p>
            <a:r>
              <a:rPr lang="en-US" sz="2400" dirty="0" err="1">
                <a:sym typeface="Symbol" panose="05050102010706020507" pitchFamily="18" charset="2"/>
              </a:rPr>
              <a:t>NVLink</a:t>
            </a:r>
            <a:r>
              <a:rPr lang="en-US" sz="2400" dirty="0">
                <a:sym typeface="Symbol" panose="05050102010706020507" pitchFamily="18" charset="2"/>
              </a:rPr>
              <a:t>   100 GB/s each way per GPU pair</a:t>
            </a:r>
          </a:p>
          <a:p>
            <a:r>
              <a:rPr lang="en-US" sz="2400" dirty="0"/>
              <a:t>PCIe </a:t>
            </a:r>
            <a:r>
              <a:rPr lang="en-US" sz="2400" dirty="0">
                <a:sym typeface="Symbol" panose="05050102010706020507" pitchFamily="18" charset="2"/>
              </a:rPr>
              <a:t> 32 GB/s each way</a:t>
            </a:r>
          </a:p>
          <a:p>
            <a:r>
              <a:rPr lang="en-US" sz="2400" dirty="0"/>
              <a:t>Host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sz="2400" dirty="0">
                <a:sym typeface="Symbol" panose="05050102010706020507" pitchFamily="18" charset="2"/>
              </a:rPr>
              <a:t>HDR </a:t>
            </a:r>
            <a:r>
              <a:rPr lang="en-US" sz="2400" dirty="0" err="1">
                <a:sym typeface="Symbol" panose="05050102010706020507" pitchFamily="18" charset="2"/>
              </a:rPr>
              <a:t>Infiniband</a:t>
            </a:r>
            <a:r>
              <a:rPr lang="en-US" sz="2400" dirty="0">
                <a:sym typeface="Symbol" panose="05050102010706020507" pitchFamily="18" charset="2"/>
              </a:rPr>
              <a:t>  25 GB/s each way per port</a:t>
            </a:r>
            <a:endParaRPr lang="LID4096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49207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97585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93425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816557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4896B-B657-57EC-27A1-95D7A4CB5E62}"/>
              </a:ext>
            </a:extLst>
          </p:cNvPr>
          <p:cNvSpPr txBox="1"/>
          <p:nvPr/>
        </p:nvSpPr>
        <p:spPr>
          <a:xfrm>
            <a:off x="4834099" y="5525353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471BA-612A-2249-05CC-EEA67CEED1CB}"/>
              </a:ext>
            </a:extLst>
          </p:cNvPr>
          <p:cNvSpPr txBox="1"/>
          <p:nvPr/>
        </p:nvSpPr>
        <p:spPr>
          <a:xfrm>
            <a:off x="7842770" y="1870075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Subgroup: implicit lockstep execution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synchronization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(NVIDIA 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69218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829723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72AA-9494-55B0-3590-EA81A3C7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conventions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20FC5-F6A4-41FF-41B6-46821BD2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GB = gigabytes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F75D5-1F21-CD5D-19E2-591551B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88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1856</TotalTime>
  <Words>1570</Words>
  <Application>Microsoft Office PowerPoint</Application>
  <PresentationFormat>Widescreen</PresentationFormat>
  <Paragraphs>488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  <vt:lpstr>Unit conventions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38</cp:revision>
  <dcterms:created xsi:type="dcterms:W3CDTF">2025-01-17T10:10:41Z</dcterms:created>
  <dcterms:modified xsi:type="dcterms:W3CDTF">2026-08-06T08:37:55Z</dcterms:modified>
</cp:coreProperties>
</file>