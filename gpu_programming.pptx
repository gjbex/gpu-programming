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7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69218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1785</TotalTime>
  <Words>1533</Words>
  <Application>Microsoft Office PowerPoint</Application>
  <PresentationFormat>Widescreen</PresentationFormat>
  <Paragraphs>483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31</cp:revision>
  <dcterms:created xsi:type="dcterms:W3CDTF">2025-01-17T10:10:41Z</dcterms:created>
  <dcterms:modified xsi:type="dcterms:W3CDTF">2026-08-06T07:26:45Z</dcterms:modified>
</cp:coreProperties>
</file>